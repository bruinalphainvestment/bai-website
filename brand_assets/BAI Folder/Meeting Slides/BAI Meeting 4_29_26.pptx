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Great Vibes"/>
      <p:regular r:id="rId18"/>
    </p:embeddedFon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regular.fntdata"/><Relationship Id="rId6" Type="http://schemas.openxmlformats.org/officeDocument/2006/relationships/slide" Target="slides/slide1.xml"/><Relationship Id="rId18" Type="http://schemas.openxmlformats.org/officeDocument/2006/relationships/font" Target="fonts/GreatVibe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51f7af7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51f7af7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51f7af7d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051f7af7d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51f7af7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051f7af7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51f7af7d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51f7af7d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69df99c3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69df99c3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69df99c3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69df99c3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051f7af7d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051f7af7d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bruinalphainvestment26@gmail.com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1447950" y="-641425"/>
            <a:ext cx="6248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Helvetica Neue"/>
                <a:ea typeface="Helvetica Neue"/>
                <a:cs typeface="Helvetica Neue"/>
                <a:sym typeface="Helvetica Neue"/>
              </a:rPr>
              <a:t>Second</a:t>
            </a:r>
            <a:r>
              <a:rPr i="1" lang="en">
                <a:latin typeface="Helvetica Neue"/>
                <a:ea typeface="Helvetica Neue"/>
                <a:cs typeface="Helvetica Neue"/>
                <a:sym typeface="Helvetica Neue"/>
              </a:rPr>
              <a:t> BAI </a:t>
            </a:r>
            <a:r>
              <a:rPr i="1" lang="en">
                <a:latin typeface="Helvetica Neue"/>
                <a:ea typeface="Helvetica Neue"/>
                <a:cs typeface="Helvetica Neue"/>
                <a:sym typeface="Helvetica Neue"/>
              </a:rPr>
              <a:t>Meeting</a:t>
            </a:r>
            <a:endParaRPr i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" name="Google Shape;68;p13" title="BAI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0238" y="1815003"/>
            <a:ext cx="3823524" cy="3057197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Housekeeping</a:t>
            </a:r>
            <a:endParaRPr sz="4500"/>
          </a:p>
        </p:txBody>
      </p:sp>
      <p:pic>
        <p:nvPicPr>
          <p:cNvPr id="74" name="Google Shape;74;p14" title="BAI Logo.png"/>
          <p:cNvPicPr preferRelativeResize="0"/>
          <p:nvPr/>
        </p:nvPicPr>
        <p:blipFill rotWithShape="1">
          <a:blip r:embed="rId3">
            <a:alphaModFix/>
          </a:blip>
          <a:srcRect b="42961" l="22071" r="23980" t="21836"/>
          <a:stretch/>
        </p:blipFill>
        <p:spPr>
          <a:xfrm>
            <a:off x="7590525" y="154425"/>
            <a:ext cx="1366049" cy="712726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" name="Google Shape;75;p14"/>
          <p:cNvSpPr txBox="1"/>
          <p:nvPr/>
        </p:nvSpPr>
        <p:spPr>
          <a:xfrm>
            <a:off x="178175" y="1876850"/>
            <a:ext cx="8778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Roboto"/>
              <a:buChar char="-"/>
            </a:pPr>
            <a:r>
              <a:rPr lang="en" sz="2600">
                <a:latin typeface="Roboto"/>
                <a:ea typeface="Roboto"/>
                <a:cs typeface="Roboto"/>
                <a:sym typeface="Roboto"/>
              </a:rPr>
              <a:t>Website (As soon as we get this we can submit UBS Club Directory)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Roboto"/>
              <a:buChar char="-"/>
            </a:pPr>
            <a:r>
              <a:rPr lang="en" sz="2600">
                <a:latin typeface="Roboto"/>
                <a:ea typeface="Roboto"/>
                <a:cs typeface="Roboto"/>
                <a:sym typeface="Roboto"/>
              </a:rPr>
              <a:t>Slack (Text me your email I will add you)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Roboto"/>
              <a:buChar char="-"/>
            </a:pPr>
            <a:r>
              <a:rPr lang="en" sz="2600">
                <a:latin typeface="Roboto"/>
                <a:ea typeface="Roboto"/>
                <a:cs typeface="Roboto"/>
                <a:sym typeface="Roboto"/>
              </a:rPr>
              <a:t>Instagram ?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Roboto"/>
              <a:buChar char="-"/>
            </a:pPr>
            <a:r>
              <a:rPr lang="en" sz="2600">
                <a:latin typeface="Roboto"/>
                <a:ea typeface="Roboto"/>
                <a:cs typeface="Roboto"/>
                <a:sym typeface="Roboto"/>
              </a:rPr>
              <a:t>LinkedIn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Roboto"/>
              <a:buChar char="-"/>
            </a:pPr>
            <a:r>
              <a:rPr lang="en" sz="2600">
                <a:latin typeface="Roboto"/>
                <a:ea typeface="Roboto"/>
                <a:cs typeface="Roboto"/>
                <a:sym typeface="Roboto"/>
              </a:rPr>
              <a:t>Reserving Room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Email Information</a:t>
            </a:r>
            <a:endParaRPr sz="4000"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</a:rPr>
              <a:t>Email: </a:t>
            </a:r>
            <a:r>
              <a:rPr lang="en" sz="32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bruinalphainvestment26@gmail.com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>
                <a:solidFill>
                  <a:srgbClr val="000000"/>
                </a:solidFill>
              </a:rPr>
              <a:t>Password: MaxHemler=Sk1rtB0y</a:t>
            </a:r>
            <a:endParaRPr sz="3200">
              <a:solidFill>
                <a:srgbClr val="000000"/>
              </a:solidFill>
            </a:endParaRPr>
          </a:p>
        </p:txBody>
      </p:sp>
      <p:pic>
        <p:nvPicPr>
          <p:cNvPr id="82" name="Google Shape;82;p15" title="BAI Logo.png"/>
          <p:cNvPicPr preferRelativeResize="0"/>
          <p:nvPr/>
        </p:nvPicPr>
        <p:blipFill rotWithShape="1">
          <a:blip r:embed="rId4">
            <a:alphaModFix/>
          </a:blip>
          <a:srcRect b="42961" l="22071" r="23980" t="21836"/>
          <a:stretch/>
        </p:blipFill>
        <p:spPr>
          <a:xfrm>
            <a:off x="7590525" y="154425"/>
            <a:ext cx="1366049" cy="712726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60950" y="2453625"/>
            <a:ext cx="8222100" cy="14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7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Committee Ideas</a:t>
            </a:r>
            <a:endParaRPr b="1" i="1" sz="7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8" name="Google Shape;88;p16" title="BAI Logo.png"/>
          <p:cNvPicPr preferRelativeResize="0"/>
          <p:nvPr/>
        </p:nvPicPr>
        <p:blipFill rotWithShape="1">
          <a:blip r:embed="rId3">
            <a:alphaModFix/>
          </a:blip>
          <a:srcRect b="42961" l="22071" r="23980" t="21836"/>
          <a:stretch/>
        </p:blipFill>
        <p:spPr>
          <a:xfrm>
            <a:off x="7590525" y="154425"/>
            <a:ext cx="1366049" cy="712726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Logistics</a:t>
            </a:r>
            <a:endParaRPr/>
          </a:p>
        </p:txBody>
      </p:sp>
      <p:pic>
        <p:nvPicPr>
          <p:cNvPr id="94" name="Google Shape;94;p17" title="BAI Logo.png"/>
          <p:cNvPicPr preferRelativeResize="0"/>
          <p:nvPr/>
        </p:nvPicPr>
        <p:blipFill rotWithShape="1">
          <a:blip r:embed="rId3">
            <a:alphaModFix/>
          </a:blip>
          <a:srcRect b="42961" l="22071" r="23980" t="21836"/>
          <a:stretch/>
        </p:blipFill>
        <p:spPr>
          <a:xfrm>
            <a:off x="7590525" y="154425"/>
            <a:ext cx="1366049" cy="712726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a few notes**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1609625" y="435675"/>
            <a:ext cx="8177100" cy="3933300"/>
          </a:xfrm>
          <a:prstGeom prst="rect">
            <a:avLst/>
          </a:prstGeom>
          <a:effectLst>
            <a:outerShdw blurRad="85725" rotWithShape="0" algn="bl" dist="571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000">
                <a:solidFill>
                  <a:srgbClr val="BF9000"/>
                </a:solidFill>
                <a:latin typeface="Great Vibes"/>
                <a:ea typeface="Great Vibes"/>
                <a:cs typeface="Great Vibes"/>
                <a:sym typeface="Great Vibes"/>
              </a:rPr>
              <a:t> We the People</a:t>
            </a:r>
            <a:endParaRPr sz="15000">
              <a:solidFill>
                <a:srgbClr val="BF9000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 title="Screenshot 2026-04-29 at 12.44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600" y="152400"/>
            <a:ext cx="7080791" cy="48387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246900" y="429875"/>
            <a:ext cx="867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80"/>
              <a:t>Have Passion, </a:t>
            </a:r>
            <a:r>
              <a:rPr lang="en" sz="3180"/>
              <a:t>Believe in Legacy, Believe in BAI</a:t>
            </a:r>
            <a:endParaRPr sz="3180"/>
          </a:p>
        </p:txBody>
      </p:sp>
      <p:pic>
        <p:nvPicPr>
          <p:cNvPr id="111" name="Google Shape;111;p20" title="BAI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0238" y="1826878"/>
            <a:ext cx="3823524" cy="3057197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